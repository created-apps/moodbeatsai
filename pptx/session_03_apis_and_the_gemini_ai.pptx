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SESSION  03  of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9456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APIs &amp; the Gemini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749039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5B4FC"/>
                </a:solidFill>
              </a:rPr>
              <a:t>Talk to the internet — send a mood, receive song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8-Session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732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4732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Explain what an API is using the restaurant analogy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9028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7028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Understand HTTP requests (GET vs POST) and 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1324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09324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Set up a Gemini API key safely using Colab Secrets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620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1620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Write a prompt that makes Gemini return structured 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5916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73916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Handle API errors gracefully with try / except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Student Workbook: Google Colab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17099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A menu of services another program offers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2344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HTTP GET / 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7099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GET = fetch data, POST = send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060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697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0815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{ } key-value format computers use to share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6060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697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API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0815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Your password to use a third-party service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776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Prompt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44531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Crafting instructions so the AI returns exactly what you need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9776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try / except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4531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Catch errors so the program keeps running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Concepts you'll use every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89320" y="0"/>
            <a:ext cx="619963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🖥  In-Class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53035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Add GEMINI_API_KEY to Colab Secrets (sidebar key icon)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75564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Send a mood description to Gemini and print the raw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1401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Strip markdown fences and parse the JSON with json.loads()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72384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Wrap everything in safe_analyze_mood() with a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43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</a:rPr>
              <a:t>📚  After-Class Exercises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868680"/>
            <a:ext cx="54864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9728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A: Change the prompt to return 10 songs instead of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55648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B: Add a playlist_name field to the JSON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14016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C: Write a robust extract_json() using regex as backup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Open your Colab notebook for today's hands-on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E1B4B"/>
                </a:solidFill>
              </a:rPr>
              <a:t>What We're Building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1B4B"/>
                </a:solidFill>
              </a:rPr>
              <a:t>A working AI mood analyser:
  • Sends a text description to Gemini 2.5 Flash
  • Receives a structured JSON object with emotion + 8 songs
  • Parses, validates, and prints the results cleanly
This is the brain of MoodBeats — everything else is just the shell around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69080"/>
            <a:ext cx="530352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0965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</a:rPr>
              <a:t>📓  Colab: session_03_apis_and_gemini.ipynb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4069080"/>
            <a:ext cx="566928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0965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⏭  Next:  FastAPI &amp; the Web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530352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MoodBeats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978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5B4FC"/>
                </a:solidFill>
              </a:rPr>
              <a:t>Detect your mood. Discover your music.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
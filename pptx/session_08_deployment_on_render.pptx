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</a:rPr>
              <a:t>SESSION  08  of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18872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194560"/>
            <a:ext cx="7772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Deployment on Render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749039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A5B4FC"/>
                </a:solidFill>
              </a:rPr>
              <a:t>Ship your app to the internet — live, public, and shareable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30936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</a:rPr>
              <a:t>MoodBeats AI  •  8-Session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67320"/>
            <a:ext cx="384048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447320"/>
            <a:ext cx="3840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B4B"/>
                </a:solidFill>
              </a:rPr>
              <a:t>Understand environment variables and why .env is never committed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290280"/>
            <a:ext cx="384048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270280"/>
            <a:ext cx="3840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B4B"/>
                </a:solidFill>
              </a:rPr>
              <a:t>Write a proper .gitignore for a Python web project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113240"/>
            <a:ext cx="384048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093240"/>
            <a:ext cx="3840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63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B4B"/>
                </a:solidFill>
              </a:rPr>
              <a:t>Push the project to GitHub with Git (init, add, commit, push)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936200"/>
            <a:ext cx="384048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916200"/>
            <a:ext cx="3840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86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B4B"/>
                </a:solidFill>
              </a:rPr>
              <a:t>Deploy to Render using a render.yaml blueprint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759160"/>
            <a:ext cx="384048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739160"/>
            <a:ext cx="3840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09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B4B"/>
                </a:solidFill>
              </a:rPr>
              <a:t>Read build logs and fix the three most common deploy errors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0" y="6510528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</a:rPr>
              <a:t>MoodBeats AI  •  Student Workbook: Google Colab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Key Concepts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234440"/>
            <a:ext cx="539496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4632" y="1325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</a:rPr>
              <a:t>Environment variable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17099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B4B"/>
                </a:solidFill>
              </a:rPr>
              <a:t>os.getenv("KEY") — secrets stored outside the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1234440"/>
            <a:ext cx="539496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19672" y="1325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</a:rPr>
              <a:t>.env 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9672" y="17099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B4B"/>
                </a:solidFill>
              </a:rPr>
              <a:t>Local-only file with KEY=value pairs, never pushed to Git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606040"/>
            <a:ext cx="539496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26974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</a:rPr>
              <a:t>.gitignore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30815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B4B"/>
                </a:solidFill>
              </a:rPr>
              <a:t>Tells Git which files to skip (secrets, __pycache__, etc.)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2606040"/>
            <a:ext cx="539496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6974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</a:rPr>
              <a:t>Git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30815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B4B"/>
                </a:solidFill>
              </a:rPr>
              <a:t>Version control: init → add → commit → push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977640"/>
            <a:ext cx="539496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" y="40690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</a:rPr>
              <a:t>render.yaml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" y="44531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B4B"/>
                </a:solidFill>
              </a:rPr>
              <a:t>Blueprint that tells Render how to build and run the app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3977640"/>
            <a:ext cx="539496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40690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</a:rPr>
              <a:t>Build logs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44531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B4B"/>
                </a:solidFill>
              </a:rPr>
              <a:t>Render's terminal output — your first debugging tool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0" y="6510528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</a:rPr>
              <a:t>MoodBeats AI  •  Concepts you'll use every session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89320" y="0"/>
            <a:ext cx="619963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🖥  In-Class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53035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7FF"/>
                </a:solidFill>
              </a:rPr>
              <a:t>▸  Create .env and .gitignore for the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755648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7FF"/>
                </a:solidFill>
              </a:rPr>
              <a:t>▸  Run git init → add → commit → push to 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414016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7FF"/>
                </a:solidFill>
              </a:rPr>
              <a:t>▸  Connect GitHub repo to Render using render.yaml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072384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7FF"/>
                </a:solidFill>
              </a:rPr>
              <a:t>▸  Verify the live URL returns 200 on all pages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7432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F46E5"/>
                </a:solidFill>
              </a:rPr>
              <a:t>📚  After-Class Exercises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868680"/>
            <a:ext cx="54864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97280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1B4B"/>
                </a:solidFill>
              </a:rPr>
              <a:t>▸  A: Personalise the landing page with your name and bio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755648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1B4B"/>
                </a:solidFill>
              </a:rPr>
              <a:t>▸  B: Add a new emotion theme and redeploy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414016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1B4B"/>
                </a:solidFill>
              </a:rPr>
              <a:t>▸  C: Add a share button that copies the results URL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072384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1B4B"/>
                </a:solidFill>
              </a:rPr>
              <a:t>▸  D: Explore webcam-based emotion detection (bonus challenge)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</a:rPr>
              <a:t>Open your Colab notebook for today's hands-on 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E1B4B"/>
                </a:solidFill>
              </a:rPr>
              <a:t>What We're Building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6424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1B4B"/>
                </a:solidFill>
              </a:rPr>
              <a:t>Your live MoodBeats AI app on the internet:
  • Deployed to Render with automatic redeploys on git push
  • All API keys stored securely as Render environment variables
  • A shareable URL you can send to anyone
🎉  Congratulations — you've built and shipped a full-stack AI web app!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069080"/>
            <a:ext cx="5303520" cy="5486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09651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</a:rPr>
              <a:t>📓  Colab: session_08_deployment.ipynb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4069080"/>
            <a:ext cx="566928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409651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⏭  Next:  You're done — share your app! 🎉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120640"/>
            <a:ext cx="12188952" cy="173736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530352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MoodBeats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89788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5B4FC"/>
                </a:solidFill>
              </a:rPr>
              <a:t>Detect your mood. Discover your music.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
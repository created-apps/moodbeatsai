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04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FastAPI &amp; the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Build a real web server with pages, routes, and HTML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Understand the client-server model and HTTP routes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Create GET routes with @app.get() in 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Return HTML from a Jinja2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Use template inheritance (base.html + child pages)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Style pages instantly with Tailwind CSS CDN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Python framework to build web servers quickly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Route /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@app.get("/") — maps a URL to a Python 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HTMLResponse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Returns raw HTML string to the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Jinja2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HTML file with {{ variable }} and {% for %} placeholders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{% extends %}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Child template inherits layout from base.html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Utility classes like bg-indigo-600 for instant styling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Run a FastAPI server inside Colab with nest_asyncio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Create base.html with a nav bar and content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Build a landing page that passes variables to the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Add a for loop inside the template to show a feature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Add a /about page with a second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Create a features list in Python and loop it in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Add a 404 exception handler that returns a styled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The MoodBeats web shell:
  • A FastAPI server with a landing page route
  • base.html with navigation bar shared across all pages
  • landing.html that extends base and shows app features
By the end you'll have a real website running — albeit without AI yet.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session_04_fastapi_and_web.ipynb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The Detect Page (POST &amp; Forms)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
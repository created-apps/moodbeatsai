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SESSION  01  of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945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Python &amp; Google Colab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490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FC"/>
                </a:solidFill>
              </a:rPr>
              <a:t>Your first lines of code — variables, logic, and 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8-Session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732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4732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Navigate Google Colab and run your first Python cell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90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7028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Use variables to store text, numbers, and booleans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132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324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Print formatted messages with f-strings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620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1620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Write if / elif / else conditions to make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916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73916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Collect user input with the input() function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Student Workbook: 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 named box that stores a value, e.g. mood = "happy"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str, int, float, bool — the kind of value in a 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f-string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f"Hello {name}" — embed variables directly in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if / elif / 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Run different code depending on a 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input()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Ask the user to type something and store the 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 reusable block of code that does one job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Concepts you'll use every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🖥  In-Class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303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Create mood, artist, and energy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Print a personalised greeting using f-strings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140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Write a mood_greeter() function with emoji per emotion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Build an interactive mood prompt with input()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</a:rPr>
              <a:t>📚  After-Class Exercises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54864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A: Create 5 emotion variables and print them as a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556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B: Write a number_to_mood(n) function (1-5 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C: Build a mini text-adventure game with if/else branches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Open your Colab notebook for today's hands-on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1B4B"/>
                </a:solidFill>
              </a:rPr>
              <a:t>What We're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</a:rPr>
              <a:t>A mood greeter script that:
  • Stores your name and mood as variables
  • Prints a personalised, emoji-rich greeting
  • Asks for your mood via input() and responds with a matching message
By the end you will have written your first real Python program from scratch.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96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📓  Colab: session_01_python_and_colab.ipynb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566928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096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⏭  Next:  Functions &amp; Data Structures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3035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MoodBeats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97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5B4FC"/>
                </a:solidFill>
              </a:rPr>
              <a:t>Detect your mood. Discover your music.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
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SESSION  05  of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945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The Detect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7490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5B4FC"/>
                </a:solidFill>
              </a:rPr>
              <a:t>Forms, POST requests, and the POST-Redirect-GET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8-Session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732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4732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Accept form data in FastAPI with Form(...)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90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7028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Understand why POST → Redirect → GET prevents duplicate submissions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132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9324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Store results temporarily using a UUID in-memory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620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620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Connect the detect form to the Gemini AI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916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39160"/>
            <a:ext cx="3840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B4B"/>
                </a:solidFill>
              </a:rPr>
              <a:t>Handle and display errors from failed API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Student Workbook: 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POST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Browser submits a form — data travels in the request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2344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Form(...)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7099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FastAPI reads a form field: text = Form(...)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UUID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random unique ID used as a safe cache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In-memory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 Python dict that stores results for this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303 Redirect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After POST, send the browser to a GET 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77640"/>
            <a:ext cx="53949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</a:rPr>
              <a:t>TTL (time-to-live)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53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B4B"/>
                </a:solidFill>
              </a:rPr>
              <a:t>Auto-expire cache entries after N seconds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MoodBeats AI  •  Concepts you'll use every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🖥  In-Class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53035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Build detect.html with a textarea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Write the POST /detect handler that calls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140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Implement cache_store() and cache_retrieve() with TTL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7238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</a:rPr>
              <a:t>▸  Redirect to /results?key=&lt;uuid&gt; on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</a:rPr>
              <a:t>📚  After-Class Exercises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4864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A: Show a friendly message when a cache key expires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556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B: Add minimum-length validation (10 chars) to the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B4B"/>
                </a:solidFill>
              </a:rPr>
              <a:t>▸  C: Read routers/api.py in the real app and explain each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Open your Colab notebook for today's hands-on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E1B4B"/>
                </a:solidFill>
              </a:rPr>
              <a:t>What We're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B4B"/>
                </a:solidFill>
              </a:rPr>
              <a:t>A fully wired detect-and-redirect flow:
  • User types their mood → POST /detect
  • Handler calls Gemini, stores result with a UUID key
  • Browser redirects to GET /results?key=&lt;uuid&gt;
This is the core interaction loop of the entire MoodBeats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965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</a:rPr>
              <a:t>📓  Colab: session_05_detect_page.ipynb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069080"/>
            <a:ext cx="5669280" cy="548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0965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⏭  Next:  Music Links &amp; Results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3035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MoodBeats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97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5B4FC"/>
                </a:solidFill>
              </a:rPr>
              <a:t>Detect your mood. Discover your 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
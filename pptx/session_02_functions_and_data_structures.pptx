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02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Functions &amp;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Organise your code with dicts, lists, and reusable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Define functions with parameters and return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Store and access data in lists and dictionaries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Loop over collections with for loops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Build nested structures that mirror real API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Create the EMOTION_THEMES dictionary used in the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def /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def greet(name): return f"Hi {name}" — define &amp; call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["happy", "sad", "calm"] — ordered, indexed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{"emotion": "happy", "confidence": 90} — key-value pairs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for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Iterate over every item in a list or 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enumerate()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Loop with index: for i, song in enumerate(songs)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Nested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list of dicts — exactly what Gemini returns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Write get_emoji(mood) that maps emotions to emoji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a numbered song list using enumerate()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the EMOTION_THEMES dict with colours &amp;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Parse a mock Gemini result (emotion + songs 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Expand EMOTION_THEMES to cover 10 emotions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Write filter_by_genre(songs, genre)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Sort songs alphabetically by artist using a lambda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A data layer for MoodBeats:
  • get_emoji(mood) — returns the right emoji for any emotion
  • EMOTION_THEMES — maps emotions to colours and descriptions
  • A mock result parser that loops over a list of song dicts
This is the exact data shape the real Gemini API will return in Session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session_02_functions_and_data_structures.ipynb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APIs &amp; the Gemini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
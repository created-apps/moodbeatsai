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  07  of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945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Sessions &amp; Supabase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</a:rPr>
              <a:t>Remember your users and save their mood history to a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8-Session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732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473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Understand why HTTP is stateless and what sessions solve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90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7028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Add SessionMiddleware so FastAPI remembers each visitor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32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324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Create a Supabase project and a mood_history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620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620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Save and retrieve mood results using the Supabase Python 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916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391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Build a /history page that shows past detections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Student Workbook: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Stateless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Each request is independent — server forgets you immediately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SessionMiddleware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Signs a cookie so the server identifies returning visitors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request.session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 dict you can read/write — persists across requests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Hosted PostgreSQL database with a simple Python 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supabase.table()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.insert() to save, .select().eq().execute() to fetch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Graceful optionality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App works without DB — db is None → return safe defaults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Concepts you'll use every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🖥  In-Class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Add SessionMiddleware with a secret key to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Create mood_history table in Supabase SQL editor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140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Write save_mood() and get_history() with None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Build history.html with empty-state and mood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</a:rPr>
              <a:t>📚  After-Class Exercises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4864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A: Compute most common emotion across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B: Add a delete_history() button and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C: Print an ASCII bar chart of emotion frequencies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Open your Colab notebook for today's hands-on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1B4B"/>
                </a:solidFill>
              </a:rPr>
              <a:t>What We're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</a:rPr>
              <a:t>Persistent user memory for MoodBeats:
  • Every detection is saved to a Supabase PostgreSQL table
  • /history page shows all past moods for the current visitor
  • App still works gracefully if the DB is not configured
After this session the app has a real database backend.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📓  Colab: session_07_sessions_and_supabase.ipynb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5669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⏭  Next:  Deployment on Render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MoodBeats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5B4FC"/>
                </a:solidFill>
              </a:rPr>
              <a:t>Detect your mood. Discover your 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
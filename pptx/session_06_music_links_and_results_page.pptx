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06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Music Links &amp; Results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Enrich AI results with real music links and a themed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Build Spotify, YouTube, and YT Music search URLs without an API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Use urllib.parse.quote() to safely encode song titles in URLs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Write the enrich() function that adds links to every song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Map emotions to hex colours for dynamic page theming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Render a responsive song card grid in Jinja2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URL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quote("Post Malone") → "Post%20Malone" — safe in a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Search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Open Spotify/YouTube to a search — no API key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enrich()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Loop over songs and attach platform links to each 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EMOTION_THEMES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Dict mapping emotion → bg colour, text colour, emoji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Inline style=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style="background: #4F46E5" for dynamic CSS colours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Song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Jinja2 template block that renders one song with buttons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Write spotify_link(), yt_music_link(), youtube_link()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enrich() that calls all three on every song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results.html with an emotion banner (inline style)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Add a responsive song grid with Spotify &amp; YT Music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Add Apple Music search links to each song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Expand EMOTION_THEMES to 15 emotions with new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Group songs by genre using a Jinja2 groupby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A beautiful results page:
  • Emotion banner with colour that changes per mood
  • Confidence percentage bar
  • 8 song cards each with Spotify, YT Music, and YouTube buttons
No music API keys required — all links are free search URLs.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session_06_music_and_results.ipynb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Sessions &amp; Supabase (History)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